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058400" cy="7772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Relationship Id="rId29" Type="http://schemas.openxmlformats.org/officeDocument/2006/relationships/image" Target="../media/image28.png"/><Relationship Id="rId30" Type="http://schemas.openxmlformats.org/officeDocument/2006/relationships/image" Target="../media/image29.png"/><Relationship Id="rId31" Type="http://schemas.openxmlformats.org/officeDocument/2006/relationships/image" Target="../media/image30.png"/><Relationship Id="rId32" Type="http://schemas.openxmlformats.org/officeDocument/2006/relationships/image" Target="../media/image31.png"/><Relationship Id="rId33" Type="http://schemas.openxmlformats.org/officeDocument/2006/relationships/image" Target="../media/image32.png"/><Relationship Id="rId34" Type="http://schemas.openxmlformats.org/officeDocument/2006/relationships/image" Target="../media/image33.png"/><Relationship Id="rId35" Type="http://schemas.openxmlformats.org/officeDocument/2006/relationships/image" Target="../media/image34.png"/><Relationship Id="rId36" Type="http://schemas.openxmlformats.org/officeDocument/2006/relationships/image" Target="../media/image35.png"/><Relationship Id="rId37" Type="http://schemas.openxmlformats.org/officeDocument/2006/relationships/image" Target="../media/image36.png"/><Relationship Id="rId38" Type="http://schemas.openxmlformats.org/officeDocument/2006/relationships/image" Target="../media/image37.png"/><Relationship Id="rId39" Type="http://schemas.openxmlformats.org/officeDocument/2006/relationships/image" Target="../media/image38.png"/><Relationship Id="rId40" Type="http://schemas.openxmlformats.org/officeDocument/2006/relationships/image" Target="../media/image39.png"/><Relationship Id="rId41" Type="http://schemas.openxmlformats.org/officeDocument/2006/relationships/image" Target="../media/image40.png"/><Relationship Id="rId42" Type="http://schemas.openxmlformats.org/officeDocument/2006/relationships/image" Target="../media/image41.png"/><Relationship Id="rId43" Type="http://schemas.openxmlformats.org/officeDocument/2006/relationships/image" Target="../media/image42.png"/><Relationship Id="rId44" Type="http://schemas.openxmlformats.org/officeDocument/2006/relationships/image" Target="../media/image43.png"/><Relationship Id="rId45" Type="http://schemas.openxmlformats.org/officeDocument/2006/relationships/image" Target="../media/image44.png"/><Relationship Id="rId46" Type="http://schemas.openxmlformats.org/officeDocument/2006/relationships/image" Target="../media/image45.png"/><Relationship Id="rId47" Type="http://schemas.openxmlformats.org/officeDocument/2006/relationships/image" Target="../media/image46.png"/><Relationship Id="rId48" Type="http://schemas.openxmlformats.org/officeDocument/2006/relationships/image" Target="../media/image47.png"/><Relationship Id="rId49" Type="http://schemas.openxmlformats.org/officeDocument/2006/relationships/image" Target="../media/image48.png"/><Relationship Id="rId50" Type="http://schemas.openxmlformats.org/officeDocument/2006/relationships/image" Target="../media/image49.png"/><Relationship Id="rId51" Type="http://schemas.openxmlformats.org/officeDocument/2006/relationships/image" Target="../media/image50.png"/><Relationship Id="rId52" Type="http://schemas.openxmlformats.org/officeDocument/2006/relationships/image" Target="../media/image51.png"/><Relationship Id="rId53" Type="http://schemas.openxmlformats.org/officeDocument/2006/relationships/image" Target="../media/image52.png"/><Relationship Id="rId54" Type="http://schemas.openxmlformats.org/officeDocument/2006/relationships/image" Target="../media/image53.png"/><Relationship Id="rId55" Type="http://schemas.openxmlformats.org/officeDocument/2006/relationships/image" Target="../media/image54.png"/><Relationship Id="rId56" Type="http://schemas.openxmlformats.org/officeDocument/2006/relationships/image" Target="../media/image55.png"/><Relationship Id="rId57" Type="http://schemas.openxmlformats.org/officeDocument/2006/relationships/image" Target="../media/image56.png"/><Relationship Id="rId58" Type="http://schemas.openxmlformats.org/officeDocument/2006/relationships/image" Target="../media/image57.png"/><Relationship Id="rId59" Type="http://schemas.openxmlformats.org/officeDocument/2006/relationships/image" Target="../media/image58.png"/><Relationship Id="rId60" Type="http://schemas.openxmlformats.org/officeDocument/2006/relationships/image" Target="../media/image59.png"/><Relationship Id="rId61" Type="http://schemas.openxmlformats.org/officeDocument/2006/relationships/image" Target="../media/image60.png"/><Relationship Id="rId62" Type="http://schemas.openxmlformats.org/officeDocument/2006/relationships/image" Target="../media/image61.png"/><Relationship Id="rId63" Type="http://schemas.openxmlformats.org/officeDocument/2006/relationships/image" Target="../media/image62.png"/><Relationship Id="rId64" Type="http://schemas.openxmlformats.org/officeDocument/2006/relationships/image" Target="../media/image63.png"/><Relationship Id="rId65" Type="http://schemas.openxmlformats.org/officeDocument/2006/relationships/image" Target="../media/image64.png"/><Relationship Id="rId66" Type="http://schemas.openxmlformats.org/officeDocument/2006/relationships/image" Target="../media/image65.png"/><Relationship Id="rId67" Type="http://schemas.openxmlformats.org/officeDocument/2006/relationships/image" Target="../media/image66.png"/><Relationship Id="rId68" Type="http://schemas.openxmlformats.org/officeDocument/2006/relationships/image" Target="../media/image67.png"/><Relationship Id="rId69" Type="http://schemas.openxmlformats.org/officeDocument/2006/relationships/image" Target="../media/image68.png"/><Relationship Id="rId70" Type="http://schemas.openxmlformats.org/officeDocument/2006/relationships/hyperlink" Target="https://coursera.org/verify/C1CD0F5JSS9X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058400" cy="77724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4900" y="882650"/>
            <a:ext cx="5143500" cy="55689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4900" y="889000"/>
            <a:ext cx="5143500" cy="55689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8550" y="876300"/>
            <a:ext cx="5149850" cy="55689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0150" y="2247900"/>
            <a:ext cx="2844800" cy="284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2200" y="2139950"/>
            <a:ext cx="3060700" cy="30543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64250" y="2032000"/>
            <a:ext cx="3276600" cy="3276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56300" y="1924050"/>
            <a:ext cx="3492500" cy="3492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54700" y="1816100"/>
            <a:ext cx="3702050" cy="3708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46750" y="1708150"/>
            <a:ext cx="3917950" cy="39243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32450" y="1600200"/>
            <a:ext cx="4146550" cy="41402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524500" y="1492250"/>
            <a:ext cx="4356100" cy="43561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410200" y="1377950"/>
            <a:ext cx="4578350" cy="45847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302250" y="1270000"/>
            <a:ext cx="4756150" cy="48006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194300" y="1162050"/>
            <a:ext cx="4864100" cy="50101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092700" y="1054100"/>
            <a:ext cx="4965700" cy="52260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978400" y="946150"/>
            <a:ext cx="5080000" cy="54483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870450" y="838200"/>
            <a:ext cx="5187950" cy="56642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756150" y="723900"/>
            <a:ext cx="5302250" cy="58864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0" y="2984500"/>
            <a:ext cx="5232400" cy="47879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0" y="2990850"/>
            <a:ext cx="5245100" cy="47815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0" y="2971800"/>
            <a:ext cx="5238750" cy="48006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35050" y="4343400"/>
            <a:ext cx="2844800" cy="28448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33450" y="4241800"/>
            <a:ext cx="3054350" cy="30543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819150" y="4127500"/>
            <a:ext cx="3276600" cy="32766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11200" y="4019550"/>
            <a:ext cx="3492500" cy="34925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09600" y="3911600"/>
            <a:ext cx="3702050" cy="37084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495300" y="3803650"/>
            <a:ext cx="3924300" cy="392430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387350" y="3695700"/>
            <a:ext cx="4146550" cy="4076700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279400" y="3587750"/>
            <a:ext cx="4356100" cy="4184650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65100" y="3479800"/>
            <a:ext cx="4584700" cy="4292600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57150" y="3365500"/>
            <a:ext cx="4800600" cy="440690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0" y="3263900"/>
            <a:ext cx="4965700" cy="4508500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0" y="3155950"/>
            <a:ext cx="5073650" cy="461645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0" y="3041650"/>
            <a:ext cx="5181600" cy="4730750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0" y="2933700"/>
            <a:ext cx="5289550" cy="483870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0" y="2825750"/>
            <a:ext cx="5403850" cy="4946650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0" y="0"/>
            <a:ext cx="10039350" cy="7753350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6667500" y="69850"/>
            <a:ext cx="2305050" cy="587375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6667500" y="139700"/>
            <a:ext cx="2305050" cy="574675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6667500" y="139700"/>
            <a:ext cx="2305050" cy="5746750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6667500" y="139700"/>
            <a:ext cx="2305050" cy="5746750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6546850" y="19050"/>
            <a:ext cx="2546350" cy="6000750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6546850" y="19050"/>
            <a:ext cx="2546350" cy="5988050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01600" y="101600"/>
            <a:ext cx="9829800" cy="7543800"/>
          </a:xfrm>
          <a:prstGeom prst="rect">
            <a:avLst/>
          </a:prstGeom>
        </p:spPr>
      </p:pic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95250" y="95250"/>
            <a:ext cx="9842500" cy="7556500"/>
          </a:xfrm>
          <a:prstGeom prst="rect">
            <a:avLst/>
          </a:prstGeom>
        </p:spPr>
      </p:pic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196850" y="196850"/>
            <a:ext cx="9632950" cy="7353300"/>
          </a:xfrm>
          <a:prstGeom prst="rect">
            <a:avLst/>
          </a:prstGeom>
        </p:spPr>
      </p:pic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6527800" y="2540000"/>
            <a:ext cx="2578100" cy="2578100"/>
          </a:xfrm>
          <a:prstGeom prst="rect">
            <a:avLst/>
          </a:prstGeom>
        </p:spPr>
      </p:pic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6883400" y="2889250"/>
            <a:ext cx="1873250" cy="1879600"/>
          </a:xfrm>
          <a:prstGeom prst="rect">
            <a:avLst/>
          </a:prstGeom>
        </p:spPr>
      </p:pic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6985000" y="2997200"/>
            <a:ext cx="1663700" cy="1663700"/>
          </a:xfrm>
          <a:prstGeom prst="rect">
            <a:avLst/>
          </a:prstGeom>
        </p:spPr>
      </p:pic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7010400" y="3028950"/>
            <a:ext cx="1606550" cy="1606550"/>
          </a:xfrm>
          <a:prstGeom prst="rect">
            <a:avLst/>
          </a:prstGeom>
        </p:spPr>
      </p:pic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6584950" y="2597150"/>
            <a:ext cx="2463800" cy="2463800"/>
          </a:xfrm>
          <a:prstGeom prst="rect">
            <a:avLst/>
          </a:prstGeom>
        </p:spPr>
      </p:pic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6883400" y="2895600"/>
            <a:ext cx="1866900" cy="1866900"/>
          </a:xfrm>
          <a:prstGeom prst="rect">
            <a:avLst/>
          </a:prstGeom>
        </p:spPr>
      </p:pic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7042150" y="3054350"/>
            <a:ext cx="1549400" cy="1549400"/>
          </a:xfrm>
          <a:prstGeom prst="rect">
            <a:avLst/>
          </a:prstGeom>
        </p:spPr>
      </p:pic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7029450" y="3206750"/>
            <a:ext cx="330200" cy="539750"/>
          </a:xfrm>
          <a:prstGeom prst="rect">
            <a:avLst/>
          </a:prstGeom>
        </p:spPr>
      </p:pic>
      <p:pic>
        <p:nvPicPr>
          <p:cNvPr id="57" name="Picture 56" descr="image.png"/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7366000" y="3168650"/>
            <a:ext cx="57150" cy="76200"/>
          </a:xfrm>
          <a:prstGeom prst="rect">
            <a:avLst/>
          </a:prstGeom>
        </p:spPr>
      </p:pic>
      <p:pic>
        <p:nvPicPr>
          <p:cNvPr id="58" name="Picture 57" descr="image.png"/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7429500" y="3035300"/>
            <a:ext cx="1168400" cy="685800"/>
          </a:xfrm>
          <a:prstGeom prst="rect">
            <a:avLst/>
          </a:prstGeom>
        </p:spPr>
      </p:pic>
      <p:pic>
        <p:nvPicPr>
          <p:cNvPr id="59" name="Picture 58" descr="image.png"/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7073900" y="3086100"/>
            <a:ext cx="1485900" cy="1492250"/>
          </a:xfrm>
          <a:prstGeom prst="rect">
            <a:avLst/>
          </a:prstGeom>
        </p:spPr>
      </p:pic>
      <p:pic>
        <p:nvPicPr>
          <p:cNvPr id="60" name="Picture 59" descr="image.png"/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7258050" y="3740150"/>
            <a:ext cx="1117600" cy="165100"/>
          </a:xfrm>
          <a:prstGeom prst="rect">
            <a:avLst/>
          </a:prstGeom>
        </p:spPr>
      </p:pic>
      <p:pic>
        <p:nvPicPr>
          <p:cNvPr id="61" name="Picture 60" descr="image.png"/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7067550" y="4013200"/>
            <a:ext cx="965200" cy="603250"/>
          </a:xfrm>
          <a:prstGeom prst="rect">
            <a:avLst/>
          </a:prstGeom>
        </p:spPr>
      </p:pic>
      <p:pic>
        <p:nvPicPr>
          <p:cNvPr id="62" name="Picture 61" descr="image.png"/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8077200" y="4476750"/>
            <a:ext cx="44450" cy="82550"/>
          </a:xfrm>
          <a:prstGeom prst="rect">
            <a:avLst/>
          </a:prstGeom>
        </p:spPr>
      </p:pic>
      <p:pic>
        <p:nvPicPr>
          <p:cNvPr id="63" name="Picture 62" descr="image.png"/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8140700" y="4425950"/>
            <a:ext cx="63500" cy="95250"/>
          </a:xfrm>
          <a:prstGeom prst="rect">
            <a:avLst/>
          </a:prstGeom>
        </p:spPr>
      </p:pic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8229600" y="4387850"/>
            <a:ext cx="63500" cy="76200"/>
          </a:xfrm>
          <a:prstGeom prst="rect">
            <a:avLst/>
          </a:prstGeom>
        </p:spPr>
      </p:pic>
      <p:pic>
        <p:nvPicPr>
          <p:cNvPr id="65" name="Picture 64" descr="image.png"/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8293100" y="4032250"/>
            <a:ext cx="273050" cy="368300"/>
          </a:xfrm>
          <a:prstGeom prst="rect">
            <a:avLst/>
          </a:prstGeom>
        </p:spPr>
      </p:pic>
      <p:pic>
        <p:nvPicPr>
          <p:cNvPr id="66" name="Picture 65" descr="image.png"/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7048500" y="984250"/>
            <a:ext cx="1352550" cy="400050"/>
          </a:xfrm>
          <a:prstGeom prst="rect">
            <a:avLst/>
          </a:prstGeom>
        </p:spPr>
      </p:pic>
      <p:pic>
        <p:nvPicPr>
          <p:cNvPr id="67" name="Picture 66" descr="image.png"/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1016000" y="819150"/>
            <a:ext cx="4102100" cy="990600"/>
          </a:xfrm>
          <a:prstGeom prst="rect">
            <a:avLst/>
          </a:prstGeom>
        </p:spPr>
      </p:pic>
      <p:pic>
        <p:nvPicPr>
          <p:cNvPr id="68" name="Picture 67" descr="image.png"/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965200" y="5549900"/>
            <a:ext cx="2762250" cy="463550"/>
          </a:xfrm>
          <a:prstGeom prst="rect">
            <a:avLst/>
          </a:prstGeom>
        </p:spPr>
      </p:pic>
      <p:pic>
        <p:nvPicPr>
          <p:cNvPr id="69" name="Picture 68" descr="image.png"/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>
            <a:off x="0" y="0"/>
            <a:ext cx="10058400" cy="7772400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1005840" y="2419350"/>
            <a:ext cx="694690" cy="9651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800">
                <a:solidFill>
                  <a:srgbClr val="58595B"/>
                </a:solidFill>
                <a:latin typeface="Enriqueta"/>
              </a:rPr>
              <a:t>Oct 20, 2025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05840" y="2809240"/>
            <a:ext cx="1151890" cy="2222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2400">
                <a:solidFill>
                  <a:srgbClr val="333333"/>
                </a:solidFill>
                <a:latin typeface="Enriqueta"/>
              </a:rPr>
              <a:t>Kavana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05840" y="3319779"/>
            <a:ext cx="1431290" cy="1193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900">
                <a:solidFill>
                  <a:srgbClr val="58595B"/>
                </a:solidFill>
                <a:latin typeface="Enriqueta"/>
              </a:rPr>
              <a:t>has successfully completed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05840" y="3684270"/>
            <a:ext cx="2780030" cy="1270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1350">
                <a:solidFill>
                  <a:srgbClr val="333333"/>
                </a:solidFill>
                <a:latin typeface="Enriqueta"/>
              </a:rPr>
              <a:t>Generative AI Content Creation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05840" y="4071620"/>
            <a:ext cx="4030980" cy="11937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900">
                <a:solidFill>
                  <a:srgbClr val="58595B"/>
                </a:solidFill>
                <a:latin typeface="Enriqueta"/>
              </a:rPr>
              <a:t>an online non-credit course authorized by Adobe and offered through Coursera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384540" y="6786880"/>
            <a:ext cx="529589" cy="105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800">
                <a:solidFill>
                  <a:srgbClr val="58595B"/>
                </a:solidFill>
                <a:latin typeface="Noto Sans"/>
                <a:hlinkClick r:id="rId70"/>
              </a:rPr>
              <a:t>Verify at: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90970" y="6911340"/>
            <a:ext cx="2426970" cy="1054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800">
                <a:solidFill>
                  <a:srgbClr val="0000EE"/>
                </a:solidFill>
                <a:latin typeface="Noto Sans"/>
                <a:hlinkClick r:id="rId70"/>
              </a:rPr>
              <a:t>https://coursera.org/verify/C1CD0F5JSS9X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135370" y="7096759"/>
            <a:ext cx="2811779" cy="863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650">
                <a:solidFill>
                  <a:srgbClr val="58595B"/>
                </a:solidFill>
                <a:latin typeface="Noto Sans"/>
              </a:rPr>
              <a:t>Cou rsera h as con firmed th e id en tity of th is in d iv id u al an 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383780" y="7221220"/>
            <a:ext cx="1572260" cy="863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0" sz="650">
                <a:solidFill>
                  <a:srgbClr val="58595B"/>
                </a:solidFill>
                <a:latin typeface="Noto Sans"/>
              </a:rPr>
              <a:t>th eir p articip ation in th e cou rse.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